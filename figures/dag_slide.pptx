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 showGuides="1">
      <p:cViewPr varScale="1">
        <p:scale>
          <a:sx n="115" d="100"/>
          <a:sy n="115" d="100"/>
        </p:scale>
        <p:origin x="2165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7C78D-24EC-86EE-20D5-6862EBAA55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96E23A-B22E-E912-C580-230901CFFA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90A77B-D012-2F47-0F99-FC6E19785D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7CF18-41F3-432D-BCA0-78684914165A}" type="datetimeFigureOut">
              <a:rPr lang="en-GB" smtClean="0"/>
              <a:t>13/08/2026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A6B543-3906-8D65-E6CC-A7F659E05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6AC62D-67F1-C8C5-F144-423469359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5D221-EB30-4C1C-907E-80D1A2F029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0786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891AF-B6F6-EBB9-E28E-06F539C2B9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B2CFB6-6996-B0D8-DC94-E858FAA154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137CA7-0F1A-9738-2A67-4D88DF57D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7CF18-41F3-432D-BCA0-78684914165A}" type="datetimeFigureOut">
              <a:rPr lang="en-GB" smtClean="0"/>
              <a:t>13/08/2026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49AF23-A1E0-CCF7-6869-863F87940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C9222B-481B-ADD0-5A45-42E7FCF19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5D221-EB30-4C1C-907E-80D1A2F029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01584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CBEC6-2CB8-0A9C-D91E-F88B22D86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D996B1-D005-EA5F-3972-07048533D2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63107E-4677-A175-24C6-9B4B10C595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7CF18-41F3-432D-BCA0-78684914165A}" type="datetimeFigureOut">
              <a:rPr lang="en-GB" smtClean="0"/>
              <a:t>13/08/2026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D2CCE5-5D31-75B5-D24B-06D54E5C1F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10288-DCB9-5403-FB53-F5F3FFD54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5D221-EB30-4C1C-907E-80D1A2F029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46933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17A509-972C-B335-0409-319B9FDCA9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CF717A-8C34-4BC8-36B4-31AB2B4B29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3FE65B-1CC6-F03C-4F93-8C0CA1DE76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AF5F5C-E2E3-5926-A3A3-1E888FF4F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7CF18-41F3-432D-BCA0-78684914165A}" type="datetimeFigureOut">
              <a:rPr lang="en-GB" smtClean="0"/>
              <a:t>13/08/2026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AEFB67-A398-0DDB-1944-98ED9E05A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61E2FA-BEBA-755A-AC7A-3167074B75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5D221-EB30-4C1C-907E-80D1A2F029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7728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78ADD-2A52-3AAC-CDE7-1C92AFE52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706D03-51C9-57B4-F663-63F6F77AA8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940B5F-FD03-5551-C0F6-D75636ABE9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529EC5-567A-A518-F8D9-A2EC1485FC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0BD58D-EDFC-DDB7-4CA1-B1B38E6763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8D647F3-B84B-B4D7-4457-34E821BE3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7CF18-41F3-432D-BCA0-78684914165A}" type="datetimeFigureOut">
              <a:rPr lang="en-GB" smtClean="0"/>
              <a:t>13/08/2026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BD1BAB7-FE0C-1A56-1304-82166DD95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FC5DC1-BDE9-4399-7B27-BFF57352B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5D221-EB30-4C1C-907E-80D1A2F029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7702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FF67F-6F80-25DD-1FFB-C7ED57A636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8DB629-679F-E6AF-BEA3-A3611B7BD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7CF18-41F3-432D-BCA0-78684914165A}" type="datetimeFigureOut">
              <a:rPr lang="en-GB" smtClean="0"/>
              <a:t>13/08/2026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7E5966-0D95-9834-7FDD-C09FCAA49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753046-EF29-6247-1793-217033A09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5D221-EB30-4C1C-907E-80D1A2F029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528171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33442B-7BB7-0715-24FA-931FD9F09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7CF18-41F3-432D-BCA0-78684914165A}" type="datetimeFigureOut">
              <a:rPr lang="en-GB" smtClean="0"/>
              <a:t>13/08/2026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3176C9-5E87-F608-374D-A504C3EED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9BC25B-0728-EF3E-5158-EFA89177B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5D221-EB30-4C1C-907E-80D1A2F029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1849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207A0-E8D9-A617-4EE0-6266B6ECA4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EEB5B6-3263-DA4F-5DE6-1C7F955BF8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FDB96E-C00F-FCDA-915E-666E67C5F0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EC4D52-CD03-B12B-F501-14A069FB8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7CF18-41F3-432D-BCA0-78684914165A}" type="datetimeFigureOut">
              <a:rPr lang="en-GB" smtClean="0"/>
              <a:t>13/08/2026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211CE6-C49A-E324-9B9D-80E3278C8C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40DE21-5ECC-35AF-9505-986827CB5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5D221-EB30-4C1C-907E-80D1A2F029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7604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1E38E-195B-1C9B-6D42-2A8B73960E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0C3C2F6-FE3B-73D7-8AFE-AE69D4A163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3C5EA8-C40B-4E99-49E9-37BB1FD7A5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B33225-3E59-EEE4-26F1-2BE6A4A1D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7CF18-41F3-432D-BCA0-78684914165A}" type="datetimeFigureOut">
              <a:rPr lang="en-GB" smtClean="0"/>
              <a:t>13/08/2026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901BCD-1B79-3F21-E205-0026C4ECF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E0B16C-1127-B265-4F27-C52A8EBBA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5D221-EB30-4C1C-907E-80D1A2F029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0213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ADA17-35C9-B22A-437D-60CA3F799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926821-3BC8-6D57-43C3-C3F37BE952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EFACBF-7DB8-3B56-5B9F-246D441C8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7CF18-41F3-432D-BCA0-78684914165A}" type="datetimeFigureOut">
              <a:rPr lang="en-GB" smtClean="0"/>
              <a:t>13/08/2026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55FD63-FC15-D823-45A5-CAD362DD8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F497D15-F1F8-4246-A72E-D8266B0B9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5D221-EB30-4C1C-907E-80D1A2F029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6839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A4E4E5-4880-33A3-0974-529E179D70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CB60F6-D0D3-5F83-FAD5-AD8C5955DE0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5F66B3-E927-AEDB-37FC-93D70644D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87CF18-41F3-432D-BCA0-78684914165A}" type="datetimeFigureOut">
              <a:rPr lang="en-GB" smtClean="0"/>
              <a:t>13/08/2026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2EC22C-396A-4640-28C4-686477675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82F816-D82F-4371-DC05-7F6BE1BF7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5D221-EB30-4C1C-907E-80D1A2F029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849733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87FF7C-6530-D271-2CCF-2CFBD9D1D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6A812E-F978-AADA-5DB9-42E67844F8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6E1956-E877-7EAF-1554-B80D8EBEBA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87CF18-41F3-432D-BCA0-78684914165A}" type="datetimeFigureOut">
              <a:rPr lang="en-GB" smtClean="0"/>
              <a:t>13/08/2026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52A5AE-840F-1C5C-E910-DCF0D8F9A0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A41914-AB67-3CA3-33EC-BAF71D7F55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25D221-EB30-4C1C-907E-80D1A2F029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2410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>
            <a:extLst>
              <a:ext uri="{FF2B5EF4-FFF2-40B4-BE49-F238E27FC236}">
                <a16:creationId xmlns:a16="http://schemas.microsoft.com/office/drawing/2014/main" id="{1E9EAE11-F9A9-9648-CBA5-B68428646895}"/>
              </a:ext>
            </a:extLst>
          </p:cNvPr>
          <p:cNvSpPr/>
          <p:nvPr/>
        </p:nvSpPr>
        <p:spPr>
          <a:xfrm flipV="1">
            <a:off x="2458667" y="1767607"/>
            <a:ext cx="1282895" cy="582831"/>
          </a:xfrm>
          <a:prstGeom prst="line">
            <a:avLst/>
          </a:prstGeom>
          <a:noFill/>
          <a:ln w="19050">
            <a:solidFill>
              <a:srgbClr val="3D3C39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95EE7C2-AC2D-6831-0EE7-CCA69FAEB232}"/>
              </a:ext>
            </a:extLst>
          </p:cNvPr>
          <p:cNvSpPr/>
          <p:nvPr/>
        </p:nvSpPr>
        <p:spPr>
          <a:xfrm>
            <a:off x="4505739" y="1821685"/>
            <a:ext cx="609173" cy="618736"/>
          </a:xfrm>
          <a:prstGeom prst="line">
            <a:avLst/>
          </a:prstGeom>
          <a:noFill/>
          <a:ln w="19050">
            <a:solidFill>
              <a:srgbClr val="3D3C39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CFFEDF0-2550-A69E-0738-43D73A785E02}"/>
              </a:ext>
            </a:extLst>
          </p:cNvPr>
          <p:cNvSpPr/>
          <p:nvPr/>
        </p:nvSpPr>
        <p:spPr>
          <a:xfrm>
            <a:off x="2635762" y="2927236"/>
            <a:ext cx="991663" cy="778084"/>
          </a:xfrm>
          <a:prstGeom prst="line">
            <a:avLst/>
          </a:prstGeom>
          <a:noFill/>
          <a:ln w="19050">
            <a:solidFill>
              <a:srgbClr val="3D3C39"/>
            </a:solidFill>
            <a:prstDash val="solid"/>
            <a:head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52C57BA6-7E19-D28E-F61B-0570F4022FDE}"/>
              </a:ext>
            </a:extLst>
          </p:cNvPr>
          <p:cNvSpPr/>
          <p:nvPr/>
        </p:nvSpPr>
        <p:spPr>
          <a:xfrm flipV="1">
            <a:off x="3938169" y="2907532"/>
            <a:ext cx="1209510" cy="797787"/>
          </a:xfrm>
          <a:prstGeom prst="line">
            <a:avLst/>
          </a:prstGeom>
          <a:noFill/>
          <a:ln w="19050">
            <a:solidFill>
              <a:srgbClr val="3D3C39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D610127F-2E46-1760-F073-5A8E081CCDB0}"/>
              </a:ext>
            </a:extLst>
          </p:cNvPr>
          <p:cNvSpPr/>
          <p:nvPr/>
        </p:nvSpPr>
        <p:spPr>
          <a:xfrm flipV="1">
            <a:off x="4358945" y="2776875"/>
            <a:ext cx="2695736" cy="959102"/>
          </a:xfrm>
          <a:prstGeom prst="line">
            <a:avLst/>
          </a:prstGeom>
          <a:noFill/>
          <a:ln w="19050">
            <a:solidFill>
              <a:srgbClr val="3D3C39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FBF5BEB0-B97D-BEBE-12B2-0629DC1385F2}"/>
              </a:ext>
            </a:extLst>
          </p:cNvPr>
          <p:cNvSpPr/>
          <p:nvPr/>
        </p:nvSpPr>
        <p:spPr>
          <a:xfrm flipV="1">
            <a:off x="5926369" y="1509986"/>
            <a:ext cx="1209510" cy="861007"/>
          </a:xfrm>
          <a:prstGeom prst="line">
            <a:avLst/>
          </a:prstGeom>
          <a:noFill/>
          <a:ln w="19050">
            <a:solidFill>
              <a:srgbClr val="3D3C39"/>
            </a:solidFill>
            <a:prstDash val="solid"/>
            <a:head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2EDD89B9-DFDB-4CE2-C139-BBEE86972DA6}"/>
              </a:ext>
            </a:extLst>
          </p:cNvPr>
          <p:cNvSpPr/>
          <p:nvPr/>
        </p:nvSpPr>
        <p:spPr>
          <a:xfrm>
            <a:off x="7467905" y="1681190"/>
            <a:ext cx="914" cy="530352"/>
          </a:xfrm>
          <a:prstGeom prst="line">
            <a:avLst/>
          </a:prstGeom>
          <a:noFill/>
          <a:ln w="19050">
            <a:solidFill>
              <a:srgbClr val="3D3C39"/>
            </a:solidFill>
            <a:prstDash val="solid"/>
            <a:tail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F40A315C-F405-257F-2952-4A2D2A29EAB5}"/>
              </a:ext>
            </a:extLst>
          </p:cNvPr>
          <p:cNvSpPr/>
          <p:nvPr/>
        </p:nvSpPr>
        <p:spPr>
          <a:xfrm>
            <a:off x="5926369" y="2919464"/>
            <a:ext cx="1209510" cy="861007"/>
          </a:xfrm>
          <a:prstGeom prst="line">
            <a:avLst/>
          </a:prstGeom>
          <a:noFill/>
          <a:ln w="19050">
            <a:solidFill>
              <a:srgbClr val="3D3C39"/>
            </a:solidFill>
            <a:prstDash val="solid"/>
            <a:head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DAA5D95F-7CE9-2486-041E-7BD63944176E}"/>
              </a:ext>
            </a:extLst>
          </p:cNvPr>
          <p:cNvSpPr/>
          <p:nvPr/>
        </p:nvSpPr>
        <p:spPr>
          <a:xfrm>
            <a:off x="7467905" y="3078915"/>
            <a:ext cx="914" cy="530352"/>
          </a:xfrm>
          <a:prstGeom prst="line">
            <a:avLst/>
          </a:prstGeom>
          <a:noFill/>
          <a:ln w="19050">
            <a:solidFill>
              <a:srgbClr val="3D3C39"/>
            </a:solidFill>
            <a:prstDash val="solid"/>
            <a:headEnd type="triangle"/>
          </a:ln>
        </p:spPr>
        <p:txBody>
          <a:bodyPr/>
          <a:lstStyle/>
          <a:p>
            <a:endParaRPr lang="en-GB"/>
          </a:p>
        </p:txBody>
      </p:sp>
      <p:sp>
        <p:nvSpPr>
          <p:cNvPr id="13" name="Shape 15">
            <a:extLst>
              <a:ext uri="{FF2B5EF4-FFF2-40B4-BE49-F238E27FC236}">
                <a16:creationId xmlns:a16="http://schemas.microsoft.com/office/drawing/2014/main" id="{3B7B7EDC-4759-7062-2B27-06B8CB1A73E5}"/>
              </a:ext>
            </a:extLst>
          </p:cNvPr>
          <p:cNvSpPr/>
          <p:nvPr/>
        </p:nvSpPr>
        <p:spPr>
          <a:xfrm>
            <a:off x="3666365" y="1241760"/>
            <a:ext cx="1240971" cy="496389"/>
          </a:xfrm>
          <a:prstGeom prst="roundRect">
            <a:avLst>
              <a:gd name="adj" fmla="val 14737"/>
            </a:avLst>
          </a:prstGeom>
          <a:solidFill>
            <a:srgbClr val="D9F3EA"/>
          </a:solidFill>
          <a:ln w="25400">
            <a:solidFill>
              <a:srgbClr val="1BAF7A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6">
            <a:extLst>
              <a:ext uri="{FF2B5EF4-FFF2-40B4-BE49-F238E27FC236}">
                <a16:creationId xmlns:a16="http://schemas.microsoft.com/office/drawing/2014/main" id="{35BF9F52-3324-7A25-3ED9-5310933F1318}"/>
              </a:ext>
            </a:extLst>
          </p:cNvPr>
          <p:cNvSpPr/>
          <p:nvPr/>
        </p:nvSpPr>
        <p:spPr>
          <a:xfrm>
            <a:off x="3269155" y="1150947"/>
            <a:ext cx="1972491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review</a:t>
            </a:r>
            <a:endParaRPr lang="en-US" sz="1250" dirty="0"/>
          </a:p>
        </p:txBody>
      </p:sp>
      <p:sp>
        <p:nvSpPr>
          <p:cNvPr id="15" name="Shape 17">
            <a:extLst>
              <a:ext uri="{FF2B5EF4-FFF2-40B4-BE49-F238E27FC236}">
                <a16:creationId xmlns:a16="http://schemas.microsoft.com/office/drawing/2014/main" id="{A870B720-492E-5F83-CB34-A28D41BEC59E}"/>
              </a:ext>
            </a:extLst>
          </p:cNvPr>
          <p:cNvSpPr/>
          <p:nvPr/>
        </p:nvSpPr>
        <p:spPr>
          <a:xfrm>
            <a:off x="1687591" y="2397034"/>
            <a:ext cx="1175657" cy="496389"/>
          </a:xfrm>
          <a:prstGeom prst="roundRect">
            <a:avLst>
              <a:gd name="adj" fmla="val 14737"/>
            </a:avLst>
          </a:prstGeom>
          <a:solidFill>
            <a:srgbClr val="D9F3EA"/>
          </a:solidFill>
          <a:ln w="25400">
            <a:solidFill>
              <a:srgbClr val="1BAF7A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8">
            <a:extLst>
              <a:ext uri="{FF2B5EF4-FFF2-40B4-BE49-F238E27FC236}">
                <a16:creationId xmlns:a16="http://schemas.microsoft.com/office/drawing/2014/main" id="{2F02C0AC-4136-39A9-B2CF-5EEB0E45F82C}"/>
              </a:ext>
            </a:extLst>
          </p:cNvPr>
          <p:cNvSpPr/>
          <p:nvPr/>
        </p:nvSpPr>
        <p:spPr>
          <a:xfrm>
            <a:off x="1321831" y="2325189"/>
            <a:ext cx="190717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endParaRPr lang="en-US" sz="1250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B5E2229-7558-7553-5D8C-D3032688EDA4}"/>
              </a:ext>
            </a:extLst>
          </p:cNvPr>
          <p:cNvGrpSpPr/>
          <p:nvPr/>
        </p:nvGrpSpPr>
        <p:grpSpPr>
          <a:xfrm>
            <a:off x="2824059" y="3705320"/>
            <a:ext cx="1907177" cy="640080"/>
            <a:chOff x="2824059" y="3500846"/>
            <a:chExt cx="1907177" cy="640080"/>
          </a:xfrm>
        </p:grpSpPr>
        <p:sp>
          <p:nvSpPr>
            <p:cNvPr id="18" name="Shape 19">
              <a:extLst>
                <a:ext uri="{FF2B5EF4-FFF2-40B4-BE49-F238E27FC236}">
                  <a16:creationId xmlns:a16="http://schemas.microsoft.com/office/drawing/2014/main" id="{58161B13-7371-6E89-E689-6744155383AE}"/>
                </a:ext>
              </a:extLst>
            </p:cNvPr>
            <p:cNvSpPr/>
            <p:nvPr/>
          </p:nvSpPr>
          <p:spPr>
            <a:xfrm>
              <a:off x="3189819" y="3572691"/>
              <a:ext cx="1175657" cy="496389"/>
            </a:xfrm>
            <a:prstGeom prst="roundRect">
              <a:avLst>
                <a:gd name="adj" fmla="val 14737"/>
              </a:avLst>
            </a:prstGeom>
            <a:solidFill>
              <a:srgbClr val="D9F3EA"/>
            </a:solidFill>
            <a:ln w="25400">
              <a:solidFill>
                <a:srgbClr val="1BAF7A"/>
              </a:solidFill>
              <a:prstDash val="dash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9" name="Text 20">
              <a:extLst>
                <a:ext uri="{FF2B5EF4-FFF2-40B4-BE49-F238E27FC236}">
                  <a16:creationId xmlns:a16="http://schemas.microsoft.com/office/drawing/2014/main" id="{119FBE3F-1947-155F-CB9E-5C56ADF40F7F}"/>
                </a:ext>
              </a:extLst>
            </p:cNvPr>
            <p:cNvSpPr/>
            <p:nvPr/>
          </p:nvSpPr>
          <p:spPr>
            <a:xfrm>
              <a:off x="2824059" y="3500846"/>
              <a:ext cx="1907177" cy="6400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250" b="1" dirty="0">
                  <a:solidFill>
                    <a:srgbClr val="0B0B0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Author</a:t>
              </a:r>
              <a:endParaRPr lang="en-US" sz="1250" dirty="0"/>
            </a:p>
            <a:p>
              <a:pPr marL="0" indent="0" algn="ctr">
                <a:buNone/>
              </a:pPr>
              <a:r>
                <a:rPr lang="en-US" sz="1250" b="1" dirty="0">
                  <a:solidFill>
                    <a:srgbClr val="0B0B0B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effort</a:t>
              </a:r>
              <a:endParaRPr lang="en-US" sz="1250" dirty="0"/>
            </a:p>
          </p:txBody>
        </p:sp>
      </p:grpSp>
      <p:sp>
        <p:nvSpPr>
          <p:cNvPr id="20" name="Shape 21">
            <a:extLst>
              <a:ext uri="{FF2B5EF4-FFF2-40B4-BE49-F238E27FC236}">
                <a16:creationId xmlns:a16="http://schemas.microsoft.com/office/drawing/2014/main" id="{1822454C-AB7E-4D65-6D1C-0F87B9C0E1E8}"/>
              </a:ext>
            </a:extLst>
          </p:cNvPr>
          <p:cNvSpPr/>
          <p:nvPr/>
        </p:nvSpPr>
        <p:spPr>
          <a:xfrm>
            <a:off x="5123122" y="2227217"/>
            <a:ext cx="836023" cy="836023"/>
          </a:xfrm>
          <a:prstGeom prst="ellipse">
            <a:avLst/>
          </a:prstGeom>
          <a:solidFill>
            <a:srgbClr val="DCE9FA"/>
          </a:solidFill>
          <a:ln w="25400">
            <a:solidFill>
              <a:srgbClr val="2A78D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22">
            <a:extLst>
              <a:ext uri="{FF2B5EF4-FFF2-40B4-BE49-F238E27FC236}">
                <a16:creationId xmlns:a16="http://schemas.microsoft.com/office/drawing/2014/main" id="{5F9AF95A-9F22-AE56-4F79-A0E607CC4B04}"/>
              </a:ext>
            </a:extLst>
          </p:cNvPr>
          <p:cNvSpPr/>
          <p:nvPr/>
        </p:nvSpPr>
        <p:spPr>
          <a:xfrm>
            <a:off x="4757362" y="2325189"/>
            <a:ext cx="156754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peer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250" dirty="0"/>
          </a:p>
        </p:txBody>
      </p:sp>
      <p:sp>
        <p:nvSpPr>
          <p:cNvPr id="22" name="Shape 23">
            <a:extLst>
              <a:ext uri="{FF2B5EF4-FFF2-40B4-BE49-F238E27FC236}">
                <a16:creationId xmlns:a16="http://schemas.microsoft.com/office/drawing/2014/main" id="{EE00BCCC-709A-D4E9-0389-D91443549522}"/>
              </a:ext>
            </a:extLst>
          </p:cNvPr>
          <p:cNvSpPr/>
          <p:nvPr/>
        </p:nvSpPr>
        <p:spPr>
          <a:xfrm>
            <a:off x="7115208" y="920931"/>
            <a:ext cx="705394" cy="705394"/>
          </a:xfrm>
          <a:prstGeom prst="ellipse">
            <a:avLst/>
          </a:prstGeom>
          <a:solidFill>
            <a:srgbClr val="DCEFD6"/>
          </a:solidFill>
          <a:ln w="25400">
            <a:solidFill>
              <a:srgbClr val="0083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4">
            <a:extLst>
              <a:ext uri="{FF2B5EF4-FFF2-40B4-BE49-F238E27FC236}">
                <a16:creationId xmlns:a16="http://schemas.microsoft.com/office/drawing/2014/main" id="{9488FAAE-0E2A-7890-1040-9B3ABA48B2D6}"/>
              </a:ext>
            </a:extLst>
          </p:cNvPr>
          <p:cNvSpPr/>
          <p:nvPr/>
        </p:nvSpPr>
        <p:spPr>
          <a:xfrm>
            <a:off x="6749448" y="953589"/>
            <a:ext cx="143691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Author's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</a:t>
            </a:r>
            <a:endParaRPr lang="en-US" sz="1250" dirty="0"/>
          </a:p>
        </p:txBody>
      </p:sp>
      <p:sp>
        <p:nvSpPr>
          <p:cNvPr id="24" name="Shape 25">
            <a:extLst>
              <a:ext uri="{FF2B5EF4-FFF2-40B4-BE49-F238E27FC236}">
                <a16:creationId xmlns:a16="http://schemas.microsoft.com/office/drawing/2014/main" id="{76E0A9C2-F921-9380-3D53-6C1EE4FCEFA5}"/>
              </a:ext>
            </a:extLst>
          </p:cNvPr>
          <p:cNvSpPr/>
          <p:nvPr/>
        </p:nvSpPr>
        <p:spPr>
          <a:xfrm>
            <a:off x="7115208" y="3664131"/>
            <a:ext cx="705394" cy="705394"/>
          </a:xfrm>
          <a:prstGeom prst="ellipse">
            <a:avLst/>
          </a:prstGeom>
          <a:solidFill>
            <a:srgbClr val="DCEFD6"/>
          </a:solidFill>
          <a:ln w="25400">
            <a:solidFill>
              <a:srgbClr val="0083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Text 26">
            <a:extLst>
              <a:ext uri="{FF2B5EF4-FFF2-40B4-BE49-F238E27FC236}">
                <a16:creationId xmlns:a16="http://schemas.microsoft.com/office/drawing/2014/main" id="{C3C0FB4A-73FD-553F-30B3-1EC1A55BFB6D}"/>
              </a:ext>
            </a:extLst>
          </p:cNvPr>
          <p:cNvSpPr/>
          <p:nvPr/>
        </p:nvSpPr>
        <p:spPr>
          <a:xfrm>
            <a:off x="6749448" y="3696789"/>
            <a:ext cx="143691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</a:t>
            </a:r>
            <a:endParaRPr lang="en-US" sz="1250" dirty="0"/>
          </a:p>
        </p:txBody>
      </p:sp>
      <p:sp>
        <p:nvSpPr>
          <p:cNvPr id="26" name="Shape 27">
            <a:extLst>
              <a:ext uri="{FF2B5EF4-FFF2-40B4-BE49-F238E27FC236}">
                <a16:creationId xmlns:a16="http://schemas.microsoft.com/office/drawing/2014/main" id="{8120AC05-B7E5-ED39-B4BE-7143B797562F}"/>
              </a:ext>
            </a:extLst>
          </p:cNvPr>
          <p:cNvSpPr/>
          <p:nvPr/>
        </p:nvSpPr>
        <p:spPr>
          <a:xfrm>
            <a:off x="7089082" y="2266406"/>
            <a:ext cx="757646" cy="757646"/>
          </a:xfrm>
          <a:prstGeom prst="ellipse">
            <a:avLst/>
          </a:prstGeom>
          <a:solidFill>
            <a:srgbClr val="FBDFDE"/>
          </a:solidFill>
          <a:ln w="25400">
            <a:solidFill>
              <a:srgbClr val="E3494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8">
            <a:extLst>
              <a:ext uri="{FF2B5EF4-FFF2-40B4-BE49-F238E27FC236}">
                <a16:creationId xmlns:a16="http://schemas.microsoft.com/office/drawing/2014/main" id="{10728458-6B7D-E90D-8EF5-47D47DCCE634}"/>
              </a:ext>
            </a:extLst>
          </p:cNvPr>
          <p:cNvSpPr/>
          <p:nvPr/>
        </p:nvSpPr>
        <p:spPr>
          <a:xfrm>
            <a:off x="6723322" y="2325189"/>
            <a:ext cx="148916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Retraction</a:t>
            </a:r>
            <a:endParaRPr lang="en-US" sz="1250" dirty="0"/>
          </a:p>
        </p:txBody>
      </p:sp>
      <p:sp>
        <p:nvSpPr>
          <p:cNvPr id="28" name="Text 31">
            <a:extLst>
              <a:ext uri="{FF2B5EF4-FFF2-40B4-BE49-F238E27FC236}">
                <a16:creationId xmlns:a16="http://schemas.microsoft.com/office/drawing/2014/main" id="{87C24550-04DE-5E7B-3991-669F6FE4FBE6}"/>
              </a:ext>
            </a:extLst>
          </p:cNvPr>
          <p:cNvSpPr/>
          <p:nvPr/>
        </p:nvSpPr>
        <p:spPr>
          <a:xfrm>
            <a:off x="446619" y="3945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</a:t>
            </a:r>
            <a:endParaRPr lang="en-US" sz="1200" dirty="0"/>
          </a:p>
        </p:txBody>
      </p:sp>
      <p:sp>
        <p:nvSpPr>
          <p:cNvPr id="29" name="Shape 32">
            <a:extLst>
              <a:ext uri="{FF2B5EF4-FFF2-40B4-BE49-F238E27FC236}">
                <a16:creationId xmlns:a16="http://schemas.microsoft.com/office/drawing/2014/main" id="{2F71230B-C595-4AB0-2BB5-C5BA48AD854A}"/>
              </a:ext>
            </a:extLst>
          </p:cNvPr>
          <p:cNvSpPr/>
          <p:nvPr/>
        </p:nvSpPr>
        <p:spPr>
          <a:xfrm>
            <a:off x="446619" y="668888"/>
            <a:ext cx="274320" cy="201168"/>
          </a:xfrm>
          <a:prstGeom prst="roundRect">
            <a:avLst>
              <a:gd name="adj" fmla="val 18182"/>
            </a:avLst>
          </a:prstGeom>
          <a:solidFill>
            <a:srgbClr val="D9F3EA"/>
          </a:solidFill>
          <a:ln w="22225">
            <a:solidFill>
              <a:srgbClr val="1BAF7A"/>
            </a:solidFill>
            <a:prstDash val="dash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33">
            <a:extLst>
              <a:ext uri="{FF2B5EF4-FFF2-40B4-BE49-F238E27FC236}">
                <a16:creationId xmlns:a16="http://schemas.microsoft.com/office/drawing/2014/main" id="{C74B712D-28B2-E736-4528-4469397E4013}"/>
              </a:ext>
            </a:extLst>
          </p:cNvPr>
          <p:cNvSpPr/>
          <p:nvPr/>
        </p:nvSpPr>
        <p:spPr>
          <a:xfrm>
            <a:off x="830667" y="62316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Hypothesised construct: genuine quality pathway (unmeasured)</a:t>
            </a:r>
            <a:endParaRPr lang="en-US" sz="1100" dirty="0"/>
          </a:p>
        </p:txBody>
      </p:sp>
      <p:sp>
        <p:nvSpPr>
          <p:cNvPr id="31" name="Shape 36">
            <a:extLst>
              <a:ext uri="{FF2B5EF4-FFF2-40B4-BE49-F238E27FC236}">
                <a16:creationId xmlns:a16="http://schemas.microsoft.com/office/drawing/2014/main" id="{C6169302-A64D-E942-FDB0-C9BC45A415E8}"/>
              </a:ext>
            </a:extLst>
          </p:cNvPr>
          <p:cNvSpPr/>
          <p:nvPr/>
        </p:nvSpPr>
        <p:spPr>
          <a:xfrm>
            <a:off x="446619" y="983702"/>
            <a:ext cx="201168" cy="201168"/>
          </a:xfrm>
          <a:prstGeom prst="ellipse">
            <a:avLst/>
          </a:prstGeom>
          <a:solidFill>
            <a:srgbClr val="DCE9FA"/>
          </a:solidFill>
          <a:ln w="22225">
            <a:solidFill>
              <a:srgbClr val="2A78D6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37">
            <a:extLst>
              <a:ext uri="{FF2B5EF4-FFF2-40B4-BE49-F238E27FC236}">
                <a16:creationId xmlns:a16="http://schemas.microsoft.com/office/drawing/2014/main" id="{77A87976-E2E2-4B6D-BA0F-7856D910A54A}"/>
              </a:ext>
            </a:extLst>
          </p:cNvPr>
          <p:cNvSpPr/>
          <p:nvPr/>
        </p:nvSpPr>
        <p:spPr>
          <a:xfrm>
            <a:off x="830667" y="93798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Exposure (measured)</a:t>
            </a:r>
            <a:endParaRPr lang="en-US" sz="1100" dirty="0"/>
          </a:p>
        </p:txBody>
      </p:sp>
      <p:sp>
        <p:nvSpPr>
          <p:cNvPr id="33" name="Shape 38">
            <a:extLst>
              <a:ext uri="{FF2B5EF4-FFF2-40B4-BE49-F238E27FC236}">
                <a16:creationId xmlns:a16="http://schemas.microsoft.com/office/drawing/2014/main" id="{7DBD67BB-9C1A-D2C6-6774-FDF36412C69A}"/>
              </a:ext>
            </a:extLst>
          </p:cNvPr>
          <p:cNvSpPr/>
          <p:nvPr/>
        </p:nvSpPr>
        <p:spPr>
          <a:xfrm>
            <a:off x="446619" y="1248878"/>
            <a:ext cx="201168" cy="201168"/>
          </a:xfrm>
          <a:prstGeom prst="ellipse">
            <a:avLst/>
          </a:prstGeom>
          <a:solidFill>
            <a:srgbClr val="DCEFD6"/>
          </a:solidFill>
          <a:ln w="22225">
            <a:solidFill>
              <a:srgbClr val="00830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9">
            <a:extLst>
              <a:ext uri="{FF2B5EF4-FFF2-40B4-BE49-F238E27FC236}">
                <a16:creationId xmlns:a16="http://schemas.microsoft.com/office/drawing/2014/main" id="{C17E9180-4145-8D0A-C1A2-79F432BC277F}"/>
              </a:ext>
            </a:extLst>
          </p:cNvPr>
          <p:cNvSpPr/>
          <p:nvPr/>
        </p:nvSpPr>
        <p:spPr>
          <a:xfrm>
            <a:off x="830667" y="120315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confounder (measured)</a:t>
            </a:r>
            <a:endParaRPr lang="en-US" sz="1100" dirty="0"/>
          </a:p>
        </p:txBody>
      </p:sp>
      <p:sp>
        <p:nvSpPr>
          <p:cNvPr id="35" name="Shape 40">
            <a:extLst>
              <a:ext uri="{FF2B5EF4-FFF2-40B4-BE49-F238E27FC236}">
                <a16:creationId xmlns:a16="http://schemas.microsoft.com/office/drawing/2014/main" id="{7E7E875A-2CC6-0F24-13D3-DD60463552D6}"/>
              </a:ext>
            </a:extLst>
          </p:cNvPr>
          <p:cNvSpPr/>
          <p:nvPr/>
        </p:nvSpPr>
        <p:spPr>
          <a:xfrm>
            <a:off x="446619" y="1514054"/>
            <a:ext cx="201168" cy="201168"/>
          </a:xfrm>
          <a:prstGeom prst="ellipse">
            <a:avLst/>
          </a:prstGeom>
          <a:solidFill>
            <a:srgbClr val="FBDFDE"/>
          </a:solidFill>
          <a:ln w="22225">
            <a:solidFill>
              <a:srgbClr val="E3494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41">
            <a:extLst>
              <a:ext uri="{FF2B5EF4-FFF2-40B4-BE49-F238E27FC236}">
                <a16:creationId xmlns:a16="http://schemas.microsoft.com/office/drawing/2014/main" id="{13100974-9B0E-79FA-D1F2-3E723E18E917}"/>
              </a:ext>
            </a:extLst>
          </p:cNvPr>
          <p:cNvSpPr/>
          <p:nvPr/>
        </p:nvSpPr>
        <p:spPr>
          <a:xfrm>
            <a:off x="830667" y="146833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B0B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(measured)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8879971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37</Words>
  <Application>Microsoft Office PowerPoint</Application>
  <PresentationFormat>Widescreen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 Spick</dc:creator>
  <cp:lastModifiedBy>Adrian Barnett</cp:lastModifiedBy>
  <cp:revision>2</cp:revision>
  <dcterms:created xsi:type="dcterms:W3CDTF">2026-08-12T07:52:59Z</dcterms:created>
  <dcterms:modified xsi:type="dcterms:W3CDTF">2026-08-12T23:50:50Z</dcterms:modified>
</cp:coreProperties>
</file>